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2130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D6678"/>
                </a:solidFill>
              </a:rPr>
              <a:t>Outage investigation harness · 2026-10-14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130"/>
                </a:solidFill>
              </a:rPr>
              <a:t>System overview: function modules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14300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cell · map · areas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14300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11680" y="114300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text, every round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FBEEDD"/>
          </a:solidFill>
          <a:ln w="15875">
            <a:solidFill>
              <a:srgbClr val="C974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14300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· parameters · gap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114300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14300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validate ·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14300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14300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· KPI · map, via MCP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37360" y="145389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83280" y="145389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145389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145389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03520" y="2167128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303520" y="2167128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· backup load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2167128"/>
            <a:ext cx="1005840" cy="621792"/>
          </a:xfrm>
          <a:prstGeom prst="roundRect">
            <a:avLst>
              <a:gd name="adj" fmla="val 11765"/>
            </a:avLst>
          </a:prstGeom>
          <a:solidFill>
            <a:srgbClr val="F9E3E3"/>
          </a:solidFill>
          <a:ln w="15875">
            <a:solidFill>
              <a:srgbClr val="B83A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89320" y="1764792"/>
            <a:ext cx="914" cy="402336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035040" y="18562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request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2478024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629400" y="22402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3880" y="1764792"/>
            <a:ext cx="914" cy="1389888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452360" y="189280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31546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315468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· statistics · provenance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31546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3F3E9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0" y="315468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record · resume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31546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657600" y="315468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guards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· budget · time · repeats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0" y="3154680"/>
            <a:ext cx="1371600" cy="621792"/>
          </a:xfrm>
          <a:prstGeom prst="roundRect">
            <a:avLst>
              <a:gd name="adj" fmla="val 11765"/>
            </a:avLst>
          </a:prstGeom>
          <a:solidFill>
            <a:srgbClr val="F9E3E3"/>
          </a:solidFill>
          <a:ln w="15875">
            <a:solidFill>
              <a:srgbClr val="B83A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11680" y="3154680"/>
            <a:ext cx="13716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hit · typed reason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6675120" y="346557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H="1">
            <a:off x="5029200" y="346557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3383280" y="3465576"/>
            <a:ext cx="2743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401568" y="32278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hit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 flipV="1">
            <a:off x="4343400" y="2011680"/>
            <a:ext cx="914" cy="1143000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 flipH="1">
            <a:off x="2697480" y="2011680"/>
            <a:ext cx="164592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 flipV="1">
            <a:off x="2697480" y="1764792"/>
            <a:ext cx="914" cy="246888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743200" y="1783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round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 flipH="1">
            <a:off x="5166360" y="1600200"/>
            <a:ext cx="13716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5166360" y="1600200"/>
            <a:ext cx="914" cy="1371600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166360" y="2971800"/>
            <a:ext cx="201168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7178040" y="2971800"/>
            <a:ext cx="914" cy="182880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989320" y="2788920"/>
            <a:ext cx="914" cy="182880"/>
          </a:xfrm>
          <a:prstGeom prst="line">
            <a:avLst/>
          </a:prstGeom>
          <a:noFill/>
          <a:ln w="15875">
            <a:solidFill>
              <a:srgbClr val="1B2130"/>
            </a:solidFill>
            <a:prstDash val="dash"/>
            <a:tailEnd type="none"/>
          </a:ln>
        </p:spPr>
      </p:sp>
      <p:sp>
        <p:nvSpPr>
          <p:cNvPr id="48" name="Text 46"/>
          <p:cNvSpPr txBox="1"/>
          <p:nvPr/>
        </p:nvSpPr>
        <p:spPr>
          <a:xfrm>
            <a:off x="4434840" y="23042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035040" y="2788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126480" y="2990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into State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every round. Dashed box or arrow: conditional. Orange: the model. Green: State and Trace. Red: end of the run.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per round. The program renders the input, checks the decision, runs the tool, updates State, and decides when the run ends.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130"/>
                </a:solidFill>
              </a:rPr>
              <a:t>What the model is missing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the model reads each round, and the two things it does not contain.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108960" cy="3438144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B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5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rendered from State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and site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47088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and areas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231136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counts per area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15184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seen, KPI records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999232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383280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rejections, concerns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57200" y="3767328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toward completion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2926080" cy="329184"/>
          </a:xfrm>
          <a:prstGeom prst="roundRect">
            <a:avLst>
              <a:gd name="adj" fmla="val 22222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57200" y="4151376"/>
            <a:ext cx="29260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decisions and their outcomes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23360" y="123444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9E3E3"/>
          </a:solidFill>
          <a:ln w="15875">
            <a:solidFill>
              <a:srgbClr val="B8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23360" y="1234440"/>
            <a:ext cx="4663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completion progress is missing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what remains only when a finish is refused. Until then every unqueried settlement looks equally necessary.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23360" y="269748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9E3E3"/>
          </a:solidFill>
          <a:ln w="15875">
            <a:solidFill>
              <a:srgbClr val="B8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23360" y="2697480"/>
            <a:ext cx="466344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investigator nor the verifier sees earlier decisions or their outcomes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is judged with no memory of the search; the verifier keeps pointing at unqueried areas.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the live run: after four useful queries the model searched the corners and then bisected inward; six queries changed no conclusion; the run ended by the step cap.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130"/>
                </a:solidFill>
              </a:rPr>
              <a:t>Make progress visible to the model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keeps a predefined task list, updates each task from State, and renders the list and the decision history every round.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E3F3E9"/>
          </a:solidFill>
          <a:ln w="15875">
            <a:solidFill>
              <a:srgbClr val="2F85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· cells · KPI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0280" y="141732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1417320"/>
            <a:ext cx="237744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1801368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801368"/>
            <a:ext cx="2103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inside the range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settlement or corridor the sector reaches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258568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2258568"/>
            <a:ext cx="2103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of the range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outage sector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715768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2715768"/>
            <a:ext cx="2103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load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backup candidate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28800" y="2331720"/>
            <a:ext cx="41148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1417320"/>
            <a:ext cx="1737360" cy="1828800"/>
          </a:xfrm>
          <a:prstGeom prst="roundRect">
            <a:avLst>
              <a:gd name="adj" fmla="val 4211"/>
            </a:avLst>
          </a:prstGeom>
          <a:solidFill>
            <a:srgbClr val="EEF1F6"/>
          </a:solidFill>
          <a:ln w="15875">
            <a:solidFill>
              <a:srgbClr val="2F5FB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0" y="1417320"/>
            <a:ext cx="173736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38928" y="1801368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38928" y="1801368"/>
            <a:ext cx="151790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tasks · candidates ·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38928" y="2423160"/>
            <a:ext cx="1517904" cy="548640"/>
          </a:xfrm>
          <a:prstGeom prst="roundRect">
            <a:avLst>
              <a:gd name="adj" fmla="val 13333"/>
            </a:avLst>
          </a:prstGeom>
          <a:solidFill>
            <a:srgbClr val="F3F4F6"/>
          </a:solidFill>
          <a:ln w="15875">
            <a:solidFill>
              <a:srgbClr val="5D66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423160"/>
            <a:ext cx="1517904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· task served · outcome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331720"/>
            <a:ext cx="41148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23760" y="1965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 w="15875">
            <a:solidFill>
              <a:srgbClr val="C974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1965960"/>
            <a:ext cx="14630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verifier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331720"/>
            <a:ext cx="45720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55280" y="2697480"/>
            <a:ext cx="914" cy="822960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1143000" y="3520440"/>
            <a:ext cx="6812280" cy="914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1143000" y="2697480"/>
            <a:ext cx="914" cy="822960"/>
          </a:xfrm>
          <a:prstGeom prst="line">
            <a:avLst/>
          </a:prstGeom>
          <a:noFill/>
          <a:ln w="15875">
            <a:solidFill>
              <a:srgbClr val="1B2130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743200" y="3319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query: the program records the task outcome, resolved or unchanged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 query must serve an open task; otherwise it is rejected with the list of open tasks. Several queries that leave the list unchanged end the run.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F5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Borrowed from Codex CLI: </a:t>
            </a:r>
            <a:pPr indent="0" marL="0">
              <a:buNone/>
            </a:pPr>
            <a:r>
              <a:rPr lang="en-US" sz="10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list with a status per task, shown to the model every turn. </a:t>
            </a:r>
            <a:pPr indent="0" marL="0">
              <a:buNone/>
            </a:pPr>
            <a:r>
              <a:rPr lang="en-US" sz="1050" b="1" dirty="0">
                <a:solidFill>
                  <a:srgbClr val="2F5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Difference: </a:t>
            </a:r>
            <a:pPr indent="0" marL="0">
              <a:buNone/>
            </a:pPr>
            <a:r>
              <a:rPr lang="en-US" sz="105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tasks are predefined by the completion rules, and the program sets the status; the model only chooses which open task to serve.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D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utage harness">
  <a:themeElements>
    <a:clrScheme name="Outage harness">
      <a:dk1>
        <a:srgbClr val="1B2130"/>
      </a:dk1>
      <a:lt1>
        <a:srgbClr val="FFFFFF"/>
      </a:lt1>
      <a:dk2>
        <a:srgbClr val="5D6678"/>
      </a:dk2>
      <a:lt2>
        <a:srgbClr val="EEF1F6"/>
      </a:lt2>
      <a:accent1>
        <a:srgbClr val="2F5FB3"/>
      </a:accent1>
      <a:accent2>
        <a:srgbClr val="C9741F"/>
      </a:accent2>
      <a:accent3>
        <a:srgbClr val="2F855A"/>
      </a:accent3>
      <a:accent4>
        <a:srgbClr val="B83A3A"/>
      </a:accent4>
      <a:accent5>
        <a:srgbClr val="8A6D1F"/>
      </a:accent5>
      <a:accent6>
        <a:srgbClr val="D6DBE4"/>
      </a:accent6>
      <a:hlink>
        <a:srgbClr val="2F5FB3"/>
      </a:hlink>
      <a:folHlink>
        <a:srgbClr val="5D6678"/>
      </a:folHlink>
    </a:clrScheme>
    <a:fontScheme name="Outage harnes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Outage harness: progress visibility</dc:title>
  <dc:subject>PptxGenJS Presentation</dc:subject>
  <dc:creator>Xinyue Zheng</dc:creator>
  <cp:lastModifiedBy>Xinyue Zheng</cp:lastModifiedBy>
  <cp:revision>1</cp:revision>
  <dcterms:created xsi:type="dcterms:W3CDTF">2026-10-14T08:39:24Z</dcterms:created>
  <dcterms:modified xsi:type="dcterms:W3CDTF">2026-10-14T08:39:24Z</dcterms:modified>
</cp:coreProperties>
</file>